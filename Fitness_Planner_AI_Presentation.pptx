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A2D9"/>
                </a:solidFill>
              </a:rPr>
              <a:t>CAPSTONE PROJECT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2D9"/>
                </a:solidFill>
              </a:rPr>
              <a:t>Fitness Planner AI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320040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2D9"/>
                </a:solidFill>
              </a:rPr>
              <a:t>Presented By: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00A2D9"/>
                </a:solidFill>
              </a:rPr>
              <a:t>1. Student Name- M NANTHINI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00A2D9"/>
                </a:solidFill>
              </a:rPr>
              <a:t>2. College Name- XYZ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00A2D9"/>
                </a:solidFill>
              </a:rPr>
              <a:t>3. Department- CSE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2D9"/>
                </a:solidFill>
              </a:rPr>
              <a:t>INTRODUCTION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</a:rPr>
              <a:t>What is it?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A comprehensive web application that generates personalized workout routines and meal plans.
</a:t>
            </a:r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Core Philosophy: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Fitness planning tailored to individual body metrics, fitness goals, and preferences.
</a:t>
            </a:r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Key Differentiator: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Powered by a built-in AI engine running entirely on the server without requiring external paid APIs.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2D9"/>
                </a:solidFill>
              </a:rPr>
              <a:t>PROBLEM STATEMENT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Generic Advice: Most fitness apps offer generic routines that don't account for individual body metrics or dietary constraints.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Cost Barriers: Premium fitness coaching and specialized dietitians are expensive.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Data Privacy: Many health apps share sensitive body metric data with third-party APIs.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2D9"/>
                </a:solidFill>
              </a:rPr>
              <a:t>PROPOSED SOLUTION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Personalized Generation: Creates custom plans based on age, weight, height, and activity level.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Scientific Formulas: Uses established sports-science equations (e.g., Mifflin-St Jeor for BMR).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Local Processing: All AI computations are done on the backend, ensuring data privacy and no reliance on third-party API keys.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Comprehensive Dashboard: A unified view for daily caloric targets, macronutrient splits, and progress tracking.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2D9"/>
                </a:solidFill>
              </a:rPr>
              <a:t>SYSTEM ARCHITECTURE &amp; TECH STACK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Frontend: HTML5, CSS3, Vanilla JavaScript (Single Page Application architecture)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Backend: Node.js, Express.js (RESTful API)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Database: SQLite (using better-sqlite3 for lightweight, embedded storage)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Security: JWT (JSON Web Tokens) for authentication, bcryptjs for secure password hashing.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2D9"/>
                </a:solidFill>
              </a:rPr>
              <a:t>AI ENGINE &amp; IMPLEMENTATION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Basal Metabolic Rate (BMR): Calculated using the Mifflin-St Jeor Equation.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Total Daily Energy Expenditure (TDEE): Adjusted via activity level multipliers.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Macronutrient Splitting: Goal-specific protein, carbohydrate, and fat ratios with a strict protein floor (1.6g/kg).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Workout Generator: Dynamic selection of exercises from local datasets based on fitness level and available equipment.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2D9"/>
                </a:solidFill>
              </a:rPr>
              <a:t>RESULT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Functional Dashboard: Users can view their real-time BMI, BMR, and daily water intake needs.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Custom Diet Plans: Successfully generates 3-meal dietary plans aligned strictly with the user's calculated caloric needs.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Workout Routines: Delivers structured, day-by-day exercise regimes tailored for weight loss, maintenance, or muscle gain.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Authentication Flow: Secure registration and login workflows fully operational.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2D9"/>
                </a:solidFill>
              </a:rPr>
              <a:t>CONCLUSION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The Fitness Planner AI successfully bridges the gap between generic fitness apps and expensive personal coaching.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By leveraging server-side algorithmic generation, the application provides scientifically sound health recommendations.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The system proves that effective, personalized health planning can be achieved efficiently without external AI dependencies or compromised data privacy.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2D9"/>
                </a:solidFill>
              </a:rPr>
              <a:t>FUTURE SCOPE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Integration with Wearables: Syncing data with smartwatches (Apple Watch, Fitbit) for real-time calorie tracking.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Progress Analytics: Visual graphs tracking weight change and strength improvements over months.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Expanded Database: Adding more culturally diverse food datasets and advanced workout variations.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Mobile App: Converting the responsive web application into native iOS and Android apps.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2D9"/>
                </a:solidFill>
              </a:rPr>
              <a:t>REFERENCES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Mifflin, M. D., et al. (1990). 'A new predictive equation for resting energy expenditure in healthy individuals.' The American Journal of Clinical Nutrition.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Node.js Documentation: https://nodejs.org/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Express.js Framework: https://expressjs.com/
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JSON Web Tokens (JWT) Industry Standards: https://jwt.io/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A2D9"/>
                </a:solidFill>
              </a:rPr>
              <a:t>THANK YOU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2026-06-11T03:13:17Z</dcterms:created>
  <dcterms:modified xsi:type="dcterms:W3CDTF">2026-06-11T03:13:17Z</dcterms:modified>
</cp:coreProperties>
</file>