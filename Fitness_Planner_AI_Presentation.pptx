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743200" cy="73152"/>
          </a:xfrm>
          <a:prstGeom prst="rect">
            <a:avLst/>
          </a:prstGeom>
          <a:solidFill>
            <a:srgbClr val="4F5B66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182880"/>
            <a:ext cx="2743200" cy="73152"/>
          </a:xfrm>
          <a:prstGeom prst="rect">
            <a:avLst/>
          </a:prstGeom>
          <a:solidFill>
            <a:srgbClr val="00A2E8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182880"/>
            <a:ext cx="2743200" cy="73152"/>
          </a:xfrm>
          <a:prstGeom prst="rect">
            <a:avLst/>
          </a:prstGeom>
          <a:solidFill>
            <a:srgbClr val="A0A0A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A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PLANNER AI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8229600" cy="2286000"/>
          </a:xfrm>
          <a:prstGeom prst="rect">
            <a:avLst/>
          </a:prstGeom>
          <a:solidFill>
            <a:srgbClr val="3A4F5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286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0A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Student Name- Aditya Dhanraj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0A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College Name- Gandhi Engineering College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0A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Department- CSE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0" y="4572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3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</a:t>
            </a:r>
            <a:pPr algn="r"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</a:t>
            </a:r>
            <a:pPr algn="r" indent="0" marL="0">
              <a:buNone/>
            </a:pPr>
            <a:endParaRPr lang="en-US" sz="16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743200" cy="73152"/>
          </a:xfrm>
          <a:prstGeom prst="rect">
            <a:avLst/>
          </a:prstGeom>
          <a:solidFill>
            <a:srgbClr val="4F5B66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182880"/>
            <a:ext cx="2743200" cy="73152"/>
          </a:xfrm>
          <a:prstGeom prst="rect">
            <a:avLst/>
          </a:prstGeom>
          <a:solidFill>
            <a:srgbClr val="00A2E8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182880"/>
            <a:ext cx="2743200" cy="73152"/>
          </a:xfrm>
          <a:prstGeom prst="rect">
            <a:avLst/>
          </a:prstGeom>
          <a:solidFill>
            <a:srgbClr val="A0A0A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98080" y="4572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3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</a:t>
            </a:r>
            <a:pPr algn="r"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</a:t>
            </a:r>
            <a:pPr algn="r" indent="0" marL="0">
              <a:buNone/>
            </a:pPr>
            <a:endParaRPr lang="en-US" sz="16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Problem Statement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Proposed Solution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95681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System Approach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43230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Algorithm &amp; Deployment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907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Result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38328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Conclusion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85876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Future Scope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33425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References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743200" cy="73152"/>
          </a:xfrm>
          <a:prstGeom prst="rect">
            <a:avLst/>
          </a:prstGeom>
          <a:solidFill>
            <a:srgbClr val="4F5B66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182880"/>
            <a:ext cx="2743200" cy="73152"/>
          </a:xfrm>
          <a:prstGeom prst="rect">
            <a:avLst/>
          </a:prstGeom>
          <a:solidFill>
            <a:srgbClr val="00A2E8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182880"/>
            <a:ext cx="2743200" cy="73152"/>
          </a:xfrm>
          <a:prstGeom prst="rect">
            <a:avLst/>
          </a:prstGeom>
          <a:solidFill>
            <a:srgbClr val="A0A0A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98080" y="4572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3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</a:t>
            </a:r>
            <a:pPr algn="r"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</a:t>
            </a:r>
            <a:pPr algn="r" indent="0" marL="0">
              <a:buNone/>
            </a:pPr>
            <a:endParaRPr lang="en-US" sz="16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Generic Solutions: Modern fitness applications offer generic, one-size-fits-all workout and diet plans that completely ignore individual body metrics, fitness levels, and cultural restrictions.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High Cost Barriers: Custom workout plans, personal trainers, and certified nutritionists are expensive and financially inaccessible to the average user.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95681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Data Privacy Concerns: Popular fitness apps require users to upload highly sensitive body metrics and personal details to external cloud servers, risking user data privacy.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43230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Lack of Cultural Adaptation: Existing diet generator systems fail to take into account cultural food preferences (e.g., North Indian, South Indian, Jain, Vegan), leading to unsustainable dietary changes.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743200" cy="73152"/>
          </a:xfrm>
          <a:prstGeom prst="rect">
            <a:avLst/>
          </a:prstGeom>
          <a:solidFill>
            <a:srgbClr val="4F5B66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182880"/>
            <a:ext cx="2743200" cy="73152"/>
          </a:xfrm>
          <a:prstGeom prst="rect">
            <a:avLst/>
          </a:prstGeom>
          <a:solidFill>
            <a:srgbClr val="00A2E8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182880"/>
            <a:ext cx="2743200" cy="73152"/>
          </a:xfrm>
          <a:prstGeom prst="rect">
            <a:avLst/>
          </a:prstGeom>
          <a:solidFill>
            <a:srgbClr val="A0A0A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98080" y="4572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3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</a:t>
            </a:r>
            <a:pPr algn="r"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</a:t>
            </a:r>
            <a:pPr algn="r" indent="0" marL="0">
              <a:buNone/>
            </a:pPr>
            <a:endParaRPr lang="en-US" sz="16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AI-Powered Personalization: Automatically computes personalized fitness metrics including BMR, TDEE, BMI, and customized caloric targets in real-time.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100% Local Processing: Runs a built-in AI rules engine entirely on the local backend server without relying on expensive or privacy-violating external APIs.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95681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Science-Backed Planning: Implements the Mifflin-St Jeor equation and standard exercise physiology ratios to generate customized 7-day workout schedules.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43230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Cultural Nutrition Customization: Curates personalized daily meal plans across 5 distinct food profiles: North Indian, South Indian, Jain, Vegan, and Mixed diets.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907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Completely Free &amp; Open Source: Deployed online for public access, breaking the cost barrier of personal fitness coaching.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743200" cy="73152"/>
          </a:xfrm>
          <a:prstGeom prst="rect">
            <a:avLst/>
          </a:prstGeom>
          <a:solidFill>
            <a:srgbClr val="4F5B66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182880"/>
            <a:ext cx="2743200" cy="73152"/>
          </a:xfrm>
          <a:prstGeom prst="rect">
            <a:avLst/>
          </a:prstGeom>
          <a:solidFill>
            <a:srgbClr val="00A2E8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182880"/>
            <a:ext cx="2743200" cy="73152"/>
          </a:xfrm>
          <a:prstGeom prst="rect">
            <a:avLst/>
          </a:prstGeom>
          <a:solidFill>
            <a:srgbClr val="A0A0A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APPROACH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98080" y="4572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3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</a:t>
            </a:r>
            <a:pPr algn="r"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</a:t>
            </a:r>
            <a:pPr algn="r" indent="0" marL="0">
              <a:buNone/>
            </a:pPr>
            <a:endParaRPr lang="en-US" sz="16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Tech Stack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HTML5 &amp; CSS3: Custom dark-themed responsive user interface optimized for mobile and desktop viewports.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75564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Vanilla JavaScript: Modular client-side router (SPA), state management, and direct REST API integrations.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23113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Dynamic Charts &amp; Stats: Live visualization of BMI, BMR, daily calories, and water intake goals.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Database Stack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Node.js &amp; Express: Lightweight RESTful API server for session, profile, workout, and diet endpoints.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67588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Better-SQLite3 / LibSQL: Embedded relational database for storing encrypted profiles and local datasets.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15137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JWT &amp; bcryptjs: Token-based authentication and secure password hashing with role-based access controls.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743200" cy="73152"/>
          </a:xfrm>
          <a:prstGeom prst="rect">
            <a:avLst/>
          </a:prstGeom>
          <a:solidFill>
            <a:srgbClr val="4F5B66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182880"/>
            <a:ext cx="2743200" cy="73152"/>
          </a:xfrm>
          <a:prstGeom prst="rect">
            <a:avLst/>
          </a:prstGeom>
          <a:solidFill>
            <a:srgbClr val="00A2E8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182880"/>
            <a:ext cx="2743200" cy="73152"/>
          </a:xfrm>
          <a:prstGeom prst="rect">
            <a:avLst/>
          </a:prstGeom>
          <a:solidFill>
            <a:srgbClr val="A0A0A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&amp; DEPLOYMENT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98080" y="4572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3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</a:t>
            </a:r>
            <a:pPr algn="r"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</a:t>
            </a:r>
            <a:pPr algn="r" indent="0" marL="0">
              <a:buNone/>
            </a:pPr>
            <a:endParaRPr lang="en-US" sz="16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BMR Calculation: Evaluates Basal Metabolic Rate using Mifflin-St Jeor: BMR = (10 × W) + (6.25 × H) - (5 × A) + s (where s is +5 for men, -161 for women).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TDEE Calculation: TDEE = BMR × Activity Multiplier (from Sedentary 1.2 up to Extremely Active 1.9).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95681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Caloric Adjustments: Adjusts calories for user goals: Muscle Gain (+300 to +500 kcal) or Fat Loss (-500 to -750 kcal).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43230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Macro split: Minimum protein threshold set at 1.6g/kg of body weight, with balanced carbs (50%) and fats (25%).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907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Deployment: Automated CI/CD pipeline deploying the front-end and server environment to Vercel.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743200" cy="73152"/>
          </a:xfrm>
          <a:prstGeom prst="rect">
            <a:avLst/>
          </a:prstGeom>
          <a:solidFill>
            <a:srgbClr val="4F5B66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182880"/>
            <a:ext cx="2743200" cy="73152"/>
          </a:xfrm>
          <a:prstGeom prst="rect">
            <a:avLst/>
          </a:prstGeom>
          <a:solidFill>
            <a:srgbClr val="00A2E8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182880"/>
            <a:ext cx="2743200" cy="73152"/>
          </a:xfrm>
          <a:prstGeom prst="rect">
            <a:avLst/>
          </a:prstGeom>
          <a:solidFill>
            <a:srgbClr val="A0A0A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98080" y="4572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3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</a:t>
            </a:r>
            <a:pPr algn="r"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</a:t>
            </a:r>
            <a:pPr algn="r" indent="0" marL="0">
              <a:buNone/>
            </a:pPr>
            <a:endParaRPr lang="en-US" sz="16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Fully functional, responsive web application launched and publicly accessible.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Instantly generates custom 7-day workout plans tailored to fitness goals, target muscle groups, and available equipment.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95681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Accurately generates customized daily meal plans that adhere strictly to target caloric budgets and macro ranges.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43230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Secure user authentication (JWT) with password recovery, profile editing, and progress persistence.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907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Interactive dashboard displays progress metrics, daily checklist, and live health stats.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38328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Fully operational Admin panel showing server statistics, registered user metrics, and account types.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743200" cy="73152"/>
          </a:xfrm>
          <a:prstGeom prst="rect">
            <a:avLst/>
          </a:prstGeom>
          <a:solidFill>
            <a:srgbClr val="4F5B66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182880"/>
            <a:ext cx="2743200" cy="73152"/>
          </a:xfrm>
          <a:prstGeom prst="rect">
            <a:avLst/>
          </a:prstGeom>
          <a:solidFill>
            <a:srgbClr val="00A2E8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182880"/>
            <a:ext cx="2743200" cy="73152"/>
          </a:xfrm>
          <a:prstGeom prst="rect">
            <a:avLst/>
          </a:prstGeom>
          <a:solidFill>
            <a:srgbClr val="A0A0A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98080" y="4572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3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</a:t>
            </a:r>
            <a:pPr algn="r"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</a:t>
            </a:r>
            <a:pPr algn="r" indent="0" marL="0">
              <a:buNone/>
            </a:pPr>
            <a:endParaRPr lang="en-US" sz="16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Successfully developed a local, privacy-first alternative to commercial fitness apps.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Proved that high-quality, scientifically sound personalization can be achieved using a rule-based AI engine on server-side without calling external LLM APIs.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95681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Eliminated the high financial barriers of health and fitness planning by providing a free, accessible platform.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43230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Enhanced usability and long-term compliance by directly integrating cultural food profiles into the nutrition planning algorithm.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743200" cy="73152"/>
          </a:xfrm>
          <a:prstGeom prst="rect">
            <a:avLst/>
          </a:prstGeom>
          <a:solidFill>
            <a:srgbClr val="4F5B66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182880"/>
            <a:ext cx="2743200" cy="73152"/>
          </a:xfrm>
          <a:prstGeom prst="rect">
            <a:avLst/>
          </a:prstGeom>
          <a:solidFill>
            <a:srgbClr val="00A2E8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182880"/>
            <a:ext cx="2743200" cy="73152"/>
          </a:xfrm>
          <a:prstGeom prst="rect">
            <a:avLst/>
          </a:prstGeom>
          <a:solidFill>
            <a:srgbClr val="A0A0A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98080" y="4572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3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</a:t>
            </a:r>
            <a:pPr algn="r"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</a:t>
            </a:r>
            <a:pPr algn="r" indent="0" marL="0">
              <a:buNone/>
            </a:pPr>
            <a:endParaRPr lang="en-US" sz="16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Mobile Application: Port the responsive SPA to a cross-platform mobile application (React Native / Flutter).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Wearable Integrations: Connect with Apple HealthKit, Google Fit, and smartwatches for automatic step and calorie tracking.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95681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Natural Language AI: Integrate a lightweight, open-source local LLM (e.g., Llama 3) for conversational fitness coaching.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43230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Social Features: Allow users to share progress, form workout challenges, and build fitness communities.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907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Expanded Databases: Incorporate broader food databases with global cultural preferences and local grocery pricing.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743200" cy="73152"/>
          </a:xfrm>
          <a:prstGeom prst="rect">
            <a:avLst/>
          </a:prstGeom>
          <a:solidFill>
            <a:srgbClr val="4F5B66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182880"/>
            <a:ext cx="2743200" cy="73152"/>
          </a:xfrm>
          <a:prstGeom prst="rect">
            <a:avLst/>
          </a:prstGeom>
          <a:solidFill>
            <a:srgbClr val="00A2E8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182880"/>
            <a:ext cx="2743200" cy="73152"/>
          </a:xfrm>
          <a:prstGeom prst="rect">
            <a:avLst/>
          </a:prstGeom>
          <a:solidFill>
            <a:srgbClr val="A0A0A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98080" y="4572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3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</a:t>
            </a:r>
            <a:pPr algn="r"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</a:t>
            </a:r>
            <a:pPr algn="r" indent="0" marL="0">
              <a:buNone/>
            </a:pPr>
            <a:endParaRPr lang="en-US" sz="16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Mifflin, M. D., et al. (1990). A new predictive equation for resting energy expenditure in healthy individuals. The American Journal of Clinical Nutrition.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Node.js Runtime Documentation. OpenJS Foundation. URL: https://nodejs.org/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95681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Express.js Web Application Framework. URL: https://expressjs.com/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43230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JSON Web Token (JWT) Specifications (RFC 7519). URL: https://jwt.io/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907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pptxgenjs Presentation Generation Library. URL: https://gitbrent.github.io/PptxGenJS/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38328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SQLite Database Engine. URL: https://www.sqlite.org/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743200" cy="73152"/>
          </a:xfrm>
          <a:prstGeom prst="rect">
            <a:avLst/>
          </a:prstGeom>
          <a:solidFill>
            <a:srgbClr val="4F5B66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182880"/>
            <a:ext cx="2743200" cy="73152"/>
          </a:xfrm>
          <a:prstGeom prst="rect">
            <a:avLst/>
          </a:prstGeom>
          <a:solidFill>
            <a:srgbClr val="00A2E8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182880"/>
            <a:ext cx="2743200" cy="73152"/>
          </a:xfrm>
          <a:prstGeom prst="rect">
            <a:avLst/>
          </a:prstGeom>
          <a:solidFill>
            <a:srgbClr val="A0A0A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LINK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98080" y="4572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3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</a:t>
            </a:r>
            <a:pPr algn="r"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</a:t>
            </a:r>
            <a:pPr algn="r" indent="0" marL="0">
              <a:buNone/>
            </a:pPr>
            <a:endParaRPr lang="en-US" sz="16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Deployed Application: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https://fitness-seven-sand.vercel.app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Repository: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https://github.com/adityadhanrajpathak/fitness-planner-ai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743200" cy="73152"/>
          </a:xfrm>
          <a:prstGeom prst="rect">
            <a:avLst/>
          </a:prstGeom>
          <a:solidFill>
            <a:srgbClr val="4F5B66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182880"/>
            <a:ext cx="2743200" cy="73152"/>
          </a:xfrm>
          <a:prstGeom prst="rect">
            <a:avLst/>
          </a:prstGeom>
          <a:solidFill>
            <a:srgbClr val="00A2E8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182880"/>
            <a:ext cx="2743200" cy="73152"/>
          </a:xfrm>
          <a:prstGeom prst="rect">
            <a:avLst/>
          </a:prstGeom>
          <a:solidFill>
            <a:srgbClr val="A0A0A0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0" y="4572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3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</a:t>
            </a:r>
            <a:pPr algn="r"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</a:t>
            </a:r>
            <a:pPr algn="r" indent="0" marL="0">
              <a:buNone/>
            </a:pPr>
            <a:endParaRPr lang="en-US" sz="16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E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2026-06-15T16:42:11Z</dcterms:created>
  <dcterms:modified xsi:type="dcterms:W3CDTF">2026-06-15T16:42:11Z</dcterms:modified>
</cp:coreProperties>
</file>