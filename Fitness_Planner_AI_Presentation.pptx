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Fitness Planner AI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Workout &amp; Diet Planner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103120" y="3108960"/>
            <a:ext cx="493776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3200400"/>
            <a:ext cx="45720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  :  Aditya Dhanraj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   :  CSE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 fitness-seven-sand.vercel.app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22960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7899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00584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Problem Statement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67335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60020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Proposed Solution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26771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945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System Architecture &amp; Tech Stack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86207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78892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Algorithm &amp; Deployment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345643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38328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Key Features &amp; Results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65760" y="405079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397764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Conclusion &amp; Future Scope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65760" y="464515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457200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References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22960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7899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00584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Solutions: Fitness apps offer one-size-fits-all plans ignoring individual body metrics and dietary needs.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67335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60020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Barriers: Personal fitness coaching and specialized dietitians are expensive and inaccessible.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26771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945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Privacy: Health apps relying on cloud AI APIs expose sensitive body metrics to third-party servers.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86207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78892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Blindspot: Most plans ignore cultural food preferences, making them hard to follow in the long run.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22960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7899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00584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Personalization: Generates custom workout + meal plans from user body metrics (age, weight, height, activity level).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67335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60020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Local Processing: Built-in AI engine on the backend — no external API calls, full data privacy guaranteed.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26771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945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Accuracy: Uses the Mifflin-St Jeor BMR equation with TDEE multipliers for precise calorie calculation.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86207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78892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Meal Plans: Supports North Indian, South Indian, Jain, Vegan and Mixed food preferences.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345643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38328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&amp; Accessible: Fully deployed web app at fitness-seven-sand.vercel.app — free for everyone.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Tech Stack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22960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4023360" cy="41148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9601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417320"/>
            <a:ext cx="4023360" cy="548640"/>
          </a:xfrm>
          <a:prstGeom prst="rect">
            <a:avLst/>
          </a:prstGeom>
          <a:solidFill>
            <a:srgbClr val="F0F9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+ CSS3 (Vanilla)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011680"/>
            <a:ext cx="4023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01168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JavaScript (SPA)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2606040"/>
            <a:ext cx="4023360" cy="548640"/>
          </a:xfrm>
          <a:prstGeom prst="rect">
            <a:avLst/>
          </a:prstGeom>
          <a:solidFill>
            <a:srgbClr val="F0F9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60604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Design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200400"/>
            <a:ext cx="4023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20040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Theme UI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54880" y="960120"/>
            <a:ext cx="4023360" cy="41148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9601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754880" y="1417320"/>
            <a:ext cx="4023360" cy="548640"/>
          </a:xfrm>
          <a:prstGeom prst="rect">
            <a:avLst/>
          </a:prstGeom>
          <a:solidFill>
            <a:srgbClr val="F0F9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141732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Express.js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2011680"/>
            <a:ext cx="4023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201168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Authentication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54880" y="2606040"/>
            <a:ext cx="4023360" cy="548640"/>
          </a:xfrm>
          <a:prstGeom prst="rect">
            <a:avLst/>
          </a:prstGeom>
          <a:solidFill>
            <a:srgbClr val="F0F9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260604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bcryptjs Password Hashing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754880" y="3200400"/>
            <a:ext cx="4023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320040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@libsql/client (Turso DB)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6576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Deployed on Vercel  |  GitHub: adityadhanrajpathak/fitness-planner-ai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&amp; Core Engine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22960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7899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00584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– BMR Calculation: Mifflin-St Jeor Equation → BMR = (10×W) + (6.25×H) – (5×A) ± 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67335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60020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– TDEE Calculation: BMR × Activity Multiplier (Sedentary 1.2 → Very Active 1.9)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26771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945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– Goal Adjustment: Weight Loss (−500 cal), Maintenance (±0), Muscle Gain (+300 cal)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86207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78892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– Macro Split: Protein 1.6g/kg body weight, Carbs 50%, Fat 25% of remaining calories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345643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38328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– Plan Generation: Algorithmic matching of exercises &amp; meals from internal curated database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22960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05840"/>
            <a:ext cx="2834640" cy="1463040"/>
          </a:xfrm>
          <a:prstGeom prst="rect">
            <a:avLst/>
          </a:prstGeom>
          <a:solidFill>
            <a:srgbClr val="F0F9F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972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Live Dashboard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2651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BMI, BMR, daily calories &amp; water intake at a glance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005840"/>
            <a:ext cx="2834640" cy="1463040"/>
          </a:xfrm>
          <a:prstGeom prst="rect">
            <a:avLst/>
          </a:prstGeom>
          <a:solidFill>
            <a:srgbClr val="F0F9F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0972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💪 Workout Plans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83280" y="1508760"/>
            <a:ext cx="2651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Day-by-day exercise routines matched to equipment &amp; goals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005840"/>
            <a:ext cx="2834640" cy="1463040"/>
          </a:xfrm>
          <a:prstGeom prst="rect">
            <a:avLst/>
          </a:prstGeom>
          <a:solidFill>
            <a:srgbClr val="F0F9F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0972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🥗 Diet Plans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0" y="1508760"/>
            <a:ext cx="2651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3-meal daily plans with calories, protein &amp; cultural preferences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2651760"/>
            <a:ext cx="2834640" cy="1463040"/>
          </a:xfrm>
          <a:prstGeom prst="rect">
            <a:avLst/>
          </a:prstGeom>
          <a:solidFill>
            <a:srgbClr val="F0F9F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7432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Progress Tracking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5760" y="3154680"/>
            <a:ext cx="2651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weight, meals &amp; workout completion daily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91840" y="2651760"/>
            <a:ext cx="2834640" cy="1463040"/>
          </a:xfrm>
          <a:prstGeom prst="rect">
            <a:avLst/>
          </a:prstGeom>
          <a:solidFill>
            <a:srgbClr val="F0F9F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0" y="27432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Secure Auth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83280" y="3154680"/>
            <a:ext cx="2651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tokens + bcrypt password hashing, role-based access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2651760"/>
            <a:ext cx="2834640" cy="1463040"/>
          </a:xfrm>
          <a:prstGeom prst="rect">
            <a:avLst/>
          </a:prstGeom>
          <a:solidFill>
            <a:srgbClr val="F0F9F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27432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 Admin Panel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0" y="3154680"/>
            <a:ext cx="2651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statistics and user management dashboard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22960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7899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00584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full-stack web application live at: fitness-seven-sand.vercel.app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67335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60020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generates personalized workout plans (7-day weekly schedule) in under 1 second.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26771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945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 plans meet user's exact caloric targets with proper macro distribution per meal.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86207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78892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registration, login, and profile management fully operational.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345643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38328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 provides platform-wide statistics and user management.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65760" y="405079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397764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Search Console verified — site indexed for public discovery.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22960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7899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00584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Fitness Planner AI successfully bridges the gap between generic fitness apps and expensive personal coaching.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67335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60020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leveraging server-side algorithmic generation, it provides scientifically sound, personalized health recommendations.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26771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945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 that effective, highly personalized health planning can be achieved without external AI APIs.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86207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78892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is accessible to anyone for free, breaking the cost barrier of fitness coaching.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22960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7899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00584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Mobile App: Convert to native iOS and Android applications.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67335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60020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⌚  Wearable Integration: Sync with smartwatches for real-time calorie and step tracking.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26771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945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LLM Integration: Use open-source language models for natural language fitness advice.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86207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78892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Visual Analytics: Add graphs to visualize weight trends, strength progress over time.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345643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38328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Expanded Database: More cultural food datasets (South Asian, Middle Eastern, East Asian).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22960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7899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00584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Mifflin, M. D., et al. (1990). A new predictive equation for resting energy expenditure. The American Journal of Clinical Nutrition.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67335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60020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Foundation. Node.js Documentation. https://nodejs.org/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26771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945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OpenJS Foundation. Express.js Framework. https://expressjs.com/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86207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78892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Web Tokens Standard. https://jwt.io/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345643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38328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Inc. Vercel Deployment Platform. https://vercel.com/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65760" y="405079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397764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pptxgenjs Library. https://gitbrent.github.io/PptxGenJS/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801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Feedback Welcome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320040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https://fitness-seven-sand.vercel.app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github.com/adityadhanrajpathak/fitness-planner-ai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2026-06-13T17:11:06Z</dcterms:created>
  <dcterms:modified xsi:type="dcterms:W3CDTF">2026-06-13T17:11:06Z</dcterms:modified>
</cp:coreProperties>
</file>